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Source Sans 3" panose="020B0303030403090204" pitchFamily="34" charset="0"/>
      <p:regular r:id=""/>
      <p: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115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507575"/>
            <a:ext cx="7416403" cy="21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AI‑Based Intrusion Detection for Small Businesses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4981575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Turning limited resources into enterprise‑grade protection in a landscape of evolving cyber threats.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020" y="557808"/>
            <a:ext cx="7937778" cy="56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SMB Threat Landscape (2025)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15020" y="1534835"/>
            <a:ext cx="5958959" cy="595895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15020" y="1534835"/>
            <a:ext cx="5958959" cy="59589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63803" y="3763923"/>
            <a:ext cx="5958959" cy="533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Small businesses are disproportionately impacted by cyber incidents, often lacking the resilience to recover.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7563803" y="4440198"/>
            <a:ext cx="5958959" cy="911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60% of attacked SMBs shut down within 6 months (Cycurex, 2025).</a:t>
            </a:r>
            <a:endParaRPr lang="en-US" sz="15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AI-enhanced attacks have surged 400% since 2023.</a:t>
            </a:r>
            <a:endParaRPr lang="en-US" sz="15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average cost per breach now sits at $254,445 (RidgeIT, 2026).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283143"/>
            <a:ext cx="824531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Is an AI‑Powered IDS?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63798" y="3478054"/>
            <a:ext cx="12902803" cy="24682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972270"/>
            <a:ext cx="672917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Benefits for SMBs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3167182"/>
            <a:ext cx="4136350" cy="3090029"/>
          </a:xfrm>
          <a:prstGeom prst="roundRect">
            <a:avLst>
              <a:gd name="adj" fmla="val 119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0615" y="3413998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314212" y="3617595"/>
            <a:ext cx="333137" cy="3331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0615" y="440126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Cost Efficiency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10615" y="4899898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30% lower security spend compared to legacy, manual tools.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46965" y="3167182"/>
            <a:ext cx="4136350" cy="3090029"/>
          </a:xfrm>
          <a:prstGeom prst="roundRect">
            <a:avLst>
              <a:gd name="adj" fmla="val 119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93782" y="3413998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5697379" y="3617595"/>
            <a:ext cx="333137" cy="3331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93782" y="440126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Rapid Response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93782" y="4899898"/>
            <a:ext cx="36427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detection cuts response times from hours to seconds.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9630132" y="3167182"/>
            <a:ext cx="4136350" cy="3090029"/>
          </a:xfrm>
          <a:prstGeom prst="roundRect">
            <a:avLst>
              <a:gd name="adj" fmla="val 119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876949" y="3413998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0080546" y="3617595"/>
            <a:ext cx="333137" cy="333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6949" y="4401264"/>
            <a:ext cx="331398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SOC-Level Intelligence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6949" y="4899898"/>
            <a:ext cx="36427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 to high-tier threat intelligence without a full security team.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9279" y="1779984"/>
            <a:ext cx="6999803" cy="581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False‑Positive Challenge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99279" y="2805946"/>
            <a:ext cx="6164580" cy="34554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2256" y="2767846"/>
            <a:ext cx="6166247" cy="1122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Alert fatigue is the primary enemy of a one-person IT staff. While standard AI models report a 5–12% false-positive rate, contextual tuning—incorporating asset criticality and user roles—can slash these interruptions by roughly 40% (Prescient, 2025).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580561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Too Many Warnings, Not Enough Hands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720364" y="4630936"/>
            <a:ext cx="704623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Managing an endless stream of alerts without an automated triage strategy leads to burnout and missed critical threats.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198" y="4353282"/>
            <a:ext cx="30480" cy="1295638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065258"/>
            <a:ext cx="772429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Staffing &amp; Budget Barriers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3260169"/>
            <a:ext cx="4136350" cy="2904173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4278" y="3290649"/>
            <a:ext cx="4075390" cy="740450"/>
          </a:xfrm>
          <a:prstGeom prst="roundRect">
            <a:avLst>
              <a:gd name="adj" fmla="val 6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2746891" y="3475792"/>
            <a:ext cx="370165" cy="370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1095" y="42779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Security Team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1095" y="4776549"/>
            <a:ext cx="358175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99.9% of U.S. firms are SMBs; most lack dedicated cybersecurity personnel.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46965" y="3260169"/>
            <a:ext cx="4136350" cy="2904173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277445" y="3290649"/>
            <a:ext cx="4075390" cy="740450"/>
          </a:xfrm>
          <a:prstGeom prst="roundRect">
            <a:avLst>
              <a:gd name="adj" fmla="val 6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7130058" y="3475792"/>
            <a:ext cx="370165" cy="370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24262" y="42779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Zero Budget Gap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524262" y="4776549"/>
            <a:ext cx="358175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47% of SMBs report no specific cybersecurity budget, leaving them exposed (RidgeIT, 2026).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9630132" y="3260169"/>
            <a:ext cx="4136350" cy="2904173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660612" y="3290649"/>
            <a:ext cx="4075390" cy="740450"/>
          </a:xfrm>
          <a:prstGeom prst="roundRect">
            <a:avLst>
              <a:gd name="adj" fmla="val 6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1513225" y="3475792"/>
            <a:ext cx="370165" cy="370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07429" y="42779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MDR Solution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907429" y="4776549"/>
            <a:ext cx="358175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Outsource to Managed Detection &amp; Response (MDR) providers at $75–$150/endpoint/month.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687348"/>
            <a:ext cx="9293662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Practical Deployment Blueprint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63798" y="1882259"/>
            <a:ext cx="12902803" cy="5659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74066" y="5779405"/>
            <a:ext cx="1950087" cy="317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Auto-Isolation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4774066" y="6196076"/>
            <a:ext cx="1950087" cy="837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Configure automated containment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969029" y="5741385"/>
            <a:ext cx="1950087" cy="63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Baseline Tuning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969029" y="6475408"/>
            <a:ext cx="1950087" cy="55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Adjust alerts to reduce noise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744865" y="2390953"/>
            <a:ext cx="1950087" cy="63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SaaS AI IDS Trial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744865" y="3124976"/>
            <a:ext cx="1950087" cy="55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a cloud IDS pilot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15000" y="2390953"/>
            <a:ext cx="1950087" cy="63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MFA &amp; Training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915000" y="3124976"/>
            <a:ext cx="1950087" cy="55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 MFA and staff drills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274689"/>
            <a:ext cx="970204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ROI Snapshot (12‑Month Horizon)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592949"/>
            <a:ext cx="4095274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$152K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508998" y="471582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Cost Avoidance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3798" y="5214461"/>
            <a:ext cx="409527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Estimated savings by preventing a single average breach.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267563" y="3592949"/>
            <a:ext cx="4095274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30%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839301" y="4715828"/>
            <a:ext cx="295179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Operational Savings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67563" y="5214461"/>
            <a:ext cx="409527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Reduction in total security tooling spend.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71328" y="3592949"/>
            <a:ext cx="4095274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10hr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10316528" y="471582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Time Reclaimed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1328" y="5214461"/>
            <a:ext cx="409527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Monthly hours saved from manual log review automation.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016085"/>
            <a:ext cx="129028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Recommendation: Pilot an AI‑IDS + MDR Service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912275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 with a focused 90-day pilot to validate effectiveness. Allocate roughly 2% of the total IT budget to secure your most critical assets.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4930259"/>
            <a:ext cx="12902803" cy="128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Pilot Metric: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Aim for &lt; 8% false-positive rate and &gt; 90% containment success.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Scope: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Apply to primary servers and corporate Wi-Fi initially.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If successful, transition to enterprise-wide rollout for comprehensive coverage.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Macintosh PowerPoint</Application>
  <PresentationFormat>Custom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Source Sans 3</vt:lpstr>
      <vt:lpstr>Montserrat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Mahma Khalid</cp:lastModifiedBy>
  <cp:revision>1</cp:revision>
  <dcterms:created xsi:type="dcterms:W3CDTF">2026-03-09T00:47:27Z</dcterms:created>
  <dcterms:modified xsi:type="dcterms:W3CDTF">2026-03-09T00:50:10Z</dcterms:modified>
</cp:coreProperties>
</file>